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2712567" y="3794760"/>
            <a:ext cx="676656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2400" b="1">
                <a:latin typeface="Times New Roman" panose="02020603050405020304" charset="0"/>
                <a:cs typeface="Times New Roman" panose="02020603050405020304" charset="0"/>
              </a:rPr>
              <a:t>                </a:t>
            </a:r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E-Commerce Sales Analytics</a:t>
            </a:r>
            <a:br>
              <a:rPr sz="24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2400" b="1">
                <a:latin typeface="Times New Roman" panose="02020603050405020304" charset="0"/>
                <a:cs typeface="Times New Roman" panose="02020603050405020304" charset="0"/>
              </a:rPr>
              <a:t>             </a:t>
            </a:r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Using Power BI &amp;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03"/>
          <p:cNvSpPr txBox="1"/>
          <p:nvPr/>
        </p:nvSpPr>
        <p:spPr>
          <a:xfrm>
            <a:off x="685800" y="436118"/>
            <a:ext cx="530352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About Me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13232" y="932688"/>
            <a:ext cx="6858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77263" y="1676200"/>
            <a:ext cx="39700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dirty="0"/>
              <a:t>        </a:t>
            </a:r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   Auti Nageshwari</a:t>
            </a:r>
            <a:endParaRPr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914400" y="2240280"/>
            <a:ext cx="2971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902460" y="2530475"/>
            <a:ext cx="6166485" cy="291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• Background: </a:t>
            </a:r>
            <a:r>
              <a:rPr sz="2000" dirty="0" err="1">
                <a:latin typeface="Times New Roman" panose="02020603050405020304" charset="0"/>
                <a:cs typeface="Times New Roman" panose="02020603050405020304" charset="0"/>
              </a:rPr>
              <a:t>B.Tech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 CSE</a:t>
            </a:r>
            <a:br>
              <a:rPr sz="20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• Skills: Power BI, SQL, Excel, Python, DAX</a:t>
            </a:r>
            <a:br>
              <a:rPr sz="20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• Aspiring Data Analyst</a:t>
            </a:r>
            <a:br>
              <a:rPr sz="20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• Data Visualization &amp; Business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415C9E-B541-B986-FFC4-2DC1F5F94BC2}"/>
              </a:ext>
            </a:extLst>
          </p:cNvPr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09"/>
          <p:cNvSpPr txBox="1"/>
          <p:nvPr/>
        </p:nvSpPr>
        <p:spPr>
          <a:xfrm>
            <a:off x="685800" y="257810"/>
            <a:ext cx="320040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PROJECT FLOW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679641"/>
            <a:ext cx="1051560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Agenda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09974" y="1140016"/>
            <a:ext cx="9875520" cy="57179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</a:pPr>
            <a:r>
              <a:rPr sz="1700" dirty="0">
                <a:latin typeface="Times New Roman" panose="02020603050405020304" charset="0"/>
                <a:cs typeface="Times New Roman" panose="02020603050405020304" charset="0"/>
              </a:rPr>
              <a:t>• 01  Project Objective</a:t>
            </a:r>
            <a:br>
              <a:rPr sz="17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700" dirty="0">
                <a:latin typeface="Times New Roman" panose="02020603050405020304" charset="0"/>
                <a:cs typeface="Times New Roman" panose="02020603050405020304" charset="0"/>
              </a:rPr>
              <a:t>• 02  Key Analysis Questions / Use Cases</a:t>
            </a:r>
            <a:br>
              <a:rPr sz="17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700" dirty="0">
                <a:latin typeface="Times New Roman" panose="02020603050405020304" charset="0"/>
                <a:cs typeface="Times New Roman" panose="02020603050405020304" charset="0"/>
              </a:rPr>
              <a:t>• 03  Dataset &amp; Data Cleaning</a:t>
            </a:r>
            <a:br>
              <a:rPr sz="17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700" dirty="0">
                <a:latin typeface="Times New Roman" panose="02020603050405020304" charset="0"/>
                <a:cs typeface="Times New Roman" panose="02020603050405020304" charset="0"/>
              </a:rPr>
              <a:t>• 04  Sales Performance Analysis</a:t>
            </a:r>
            <a:br>
              <a:rPr sz="17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700" dirty="0">
                <a:latin typeface="Times New Roman" panose="02020603050405020304" charset="0"/>
                <a:cs typeface="Times New Roman" panose="02020603050405020304" charset="0"/>
              </a:rPr>
              <a:t>• 05  Customer Analytics</a:t>
            </a:r>
            <a:br>
              <a:rPr sz="17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700" dirty="0">
                <a:latin typeface="Times New Roman" panose="02020603050405020304" charset="0"/>
                <a:cs typeface="Times New Roman" panose="02020603050405020304" charset="0"/>
              </a:rPr>
              <a:t>• 06  Product &amp; Category Performance</a:t>
            </a:r>
            <a:br>
              <a:rPr sz="17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700" dirty="0">
                <a:latin typeface="Times New Roman" panose="02020603050405020304" charset="0"/>
                <a:cs typeface="Times New Roman" panose="02020603050405020304" charset="0"/>
              </a:rPr>
              <a:t>• 07  Orders &amp; Payment Analysis</a:t>
            </a:r>
            <a:br>
              <a:rPr sz="17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700" dirty="0">
                <a:latin typeface="Times New Roman" panose="02020603050405020304" charset="0"/>
                <a:cs typeface="Times New Roman" panose="02020603050405020304" charset="0"/>
              </a:rPr>
              <a:t>• 08  Customer Value &amp; Retention</a:t>
            </a:r>
            <a:br>
              <a:rPr sz="17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700" dirty="0">
                <a:latin typeface="Times New Roman" panose="02020603050405020304" charset="0"/>
                <a:cs typeface="Times New Roman" panose="02020603050405020304" charset="0"/>
              </a:rPr>
              <a:t>• 09  Key Findings &amp; Business Insights</a:t>
            </a:r>
            <a:br>
              <a:rPr sz="17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700" dirty="0">
                <a:latin typeface="Times New Roman" panose="02020603050405020304" charset="0"/>
                <a:cs typeface="Times New Roman" panose="02020603050405020304" charset="0"/>
              </a:rPr>
              <a:t>• 10  Experience / Challenges</a:t>
            </a:r>
            <a:br>
              <a:rPr sz="17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700" dirty="0">
                <a:latin typeface="Times New Roman" panose="02020603050405020304" charset="0"/>
                <a:cs typeface="Times New Roman" panose="02020603050405020304" charset="0"/>
              </a:rPr>
              <a:t>• 11 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5800" y="679641"/>
            <a:ext cx="1051560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Objective of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10058400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Understand customer, product, order and order-item data.</a:t>
            </a:r>
            <a:br>
              <a:rPr sz="20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Clean and transform data using Power Query.</a:t>
            </a:r>
            <a:br>
              <a:rPr sz="20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Analyze sales, customers, products, cities and payment methods.</a:t>
            </a:r>
            <a:br>
              <a:rPr sz="20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Track revenue, orders, quantity sold and average order value.</a:t>
            </a:r>
            <a:br>
              <a:rPr sz="20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Analyze repeat customers, order status and retention.</a:t>
            </a:r>
            <a:br>
              <a:rPr sz="20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• Build an interactive Power BI dashboard and generate business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5800" y="679641"/>
            <a:ext cx="1051560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Key Analysis Questions / Use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536192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508760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Which categories, products and cities contribute the most revenue?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58568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350008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How many customers are ordering and how many are repeat customers?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99816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218688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191256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Which categories and products contribute the most revenue and quantity?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41064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059936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Orders &amp; 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032504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Which payment methods are popular and how do order statuses vary?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782312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901184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873752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How does repeat purchasing and customer value vary across the business?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3570" y="189230"/>
            <a:ext cx="6934200" cy="109791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Dataset Scale &amp; Data Cleaning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Business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4 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E-Commerce Sales Dataset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Core Entities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Customers • Products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346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" y="295351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Order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336499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Orders • Order Items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8346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35424" y="295351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Cleaning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36499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Power Query: types, blanks, duplicates &amp; consistency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8346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38744" y="295351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Core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336499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Customer, Product, Order &amp; Revenue fields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40" y="4434840"/>
            <a:ext cx="4160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37944" y="4553712"/>
            <a:ext cx="386791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Additional Fields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37944" y="4965192"/>
            <a:ext cx="3867911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Category, City, Payment &amp; Order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37944" y="5422392"/>
            <a:ext cx="3867911" cy="64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Quantity, Unit Price &amp; Order Date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434840"/>
            <a:ext cx="4160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9944" y="4553712"/>
            <a:ext cx="386791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4965192"/>
            <a:ext cx="3867911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Load → Profile → Clean → Model → Analyze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5422392"/>
            <a:ext cx="3867911" cy="64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Power BI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5800" y="679641"/>
            <a:ext cx="1051560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Sales Performance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Revenue &amp;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Total Revenue • Total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AOV • Quantity Sold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Revenue Trend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Monthly revenue trend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shows sales movement over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Category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Revenue by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Top products and cities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794760"/>
            <a:ext cx="3657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06624" y="3913632"/>
            <a:ext cx="3364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Sales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4325112"/>
            <a:ext cx="336499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Revenue, orders and quantity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4782312"/>
            <a:ext cx="33649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help identify business performance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79476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391363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Management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432511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Compare category, 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782312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and city-level contribution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5800" y="679641"/>
            <a:ext cx="1051560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Customer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Customer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Total customers and ordering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Customer activity by 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Repeat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Repeat customer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Revenue by customer location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Customer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54022"/>
            <a:ext cx="3044952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City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Generally has higher prices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794760"/>
            <a:ext cx="3657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06624" y="3913632"/>
            <a:ext cx="3364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Customer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4325112"/>
            <a:ext cx="336499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Customer count and repeat behaviour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4782312"/>
            <a:ext cx="33649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support segmentation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79476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391363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Business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432511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Customer value and repeat purchase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782312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help identify retention opportunities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5800" y="679641"/>
            <a:ext cx="1051560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Product &amp; Category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Revenue by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Compare category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using revenue and quantity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Product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Top products by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and sales contribution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Quantity Sold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Compare units sold across 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and identify attention areas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657600"/>
            <a:ext cx="3657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06624" y="3776472"/>
            <a:ext cx="3364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Product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4187952"/>
            <a:ext cx="336499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Category and product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4645152"/>
            <a:ext cx="3364992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supports inventory decisions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6576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377647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Key Business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418795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Revenue + quantity + product mix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645152"/>
            <a:ext cx="3044952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help identify growth opportunities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5800" y="679641"/>
            <a:ext cx="1051560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Orders &amp; Payment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Order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Total, delivered, cancelled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and returned 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Payment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Compare order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across payment methods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Revenue by 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Identify payment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and order patterns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3794760"/>
            <a:ext cx="3749039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89504" y="3913632"/>
            <a:ext cx="34564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Order Management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9504" y="4325112"/>
            <a:ext cx="3456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Status and payment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9504" y="4782312"/>
            <a:ext cx="34564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support operational decisions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3794760"/>
            <a:ext cx="2834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58584" y="3913632"/>
            <a:ext cx="2542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Overall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4325112"/>
            <a:ext cx="25420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Order trends + payment mix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8584" y="4782312"/>
            <a:ext cx="25420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help monitor business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5800" y="679641"/>
            <a:ext cx="1051560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Customer Value &amp; Retention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Repeat Customer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Measure the share of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who make repeat purchases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Customer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Average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across cities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Repeat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47672"/>
            <a:ext cx="30449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Identify repeat buyers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and their contribution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3657600"/>
            <a:ext cx="8092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31720" y="3886200"/>
            <a:ext cx="37490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City Contribution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822191"/>
            <a:ext cx="3794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Compare customer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370832"/>
            <a:ext cx="3794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by neighbourhood &amp; room type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5800" y="679641"/>
            <a:ext cx="1051560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Key Findings &amp; Business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70" y="1341120"/>
            <a:ext cx="10149840" cy="476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Revenue, orders, AOV and quantity sold are tracked through KPI cards.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Monthly revenue trend helps monitor sales movement over time.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Category, product and city visuals support revenue contribution analysis.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Customer analytics tracks total customers, repeat customers and revenue per customer.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Product analysis compares category revenue, quantity sold and top products.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Order and payment analysis tracks delivered, cancelled and returned orders.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Repeat customer rate and customer value provide a retention view.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The executive summary brings the major KPIs and business views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5800" y="679641"/>
            <a:ext cx="1051560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Conclusion – Key Findings Overall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10058400" cy="3599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The e-commerce dataset was analyzed using Power BI and business-focused analytics.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Data was organized into Customers, Products, Orders and Order Items.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Power Query was used for data preparation and consistency checks.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DAX measures were created for sales, customer, product and order KPIs.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Six report pages provide sales, customer, product, order, retention and executive views.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Interactive visuals help management understand performance and identify opportunities.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5800" y="679641"/>
            <a:ext cx="1051560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Experience / Challenges Working on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12598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70" y="1628775"/>
            <a:ext cx="9052560" cy="428561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250000"/>
              </a:lnSpc>
            </a:pP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Learned to structure a real-world e-commerce dataset for BI analysis.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Practiced data cleaning and transformation using Power Query.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Created DAX measures for business KPIs and analysis.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Built multiple interactive Power BI report pages.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Practiced turning business questions into useful visuals.</a:t>
            </a:r>
            <a:br>
              <a:rPr sz="19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900">
                <a:latin typeface="Times New Roman" panose="02020603050405020304" charset="0"/>
                <a:cs typeface="Times New Roman" panose="02020603050405020304" charset="0"/>
              </a:rPr>
              <a:t>• Improved my ability to communicate insights and recommendations clearly.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11625"/>
            <a:ext cx="8138160" cy="110680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spcAft>
                <a:spcPts val="0"/>
              </a:spcAft>
            </a:pP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087120"/>
            <a:ext cx="10214610" cy="4839335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0" y="0"/>
            <a:ext cx="96862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                                                                                                  </a:t>
            </a:r>
            <a:r>
              <a:rPr lang="en-US" sz="2000" dirty="0"/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br>
              <a:rPr sz="20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                                                                                       Auti Nageshwari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894</Words>
  <Application>Microsoft Office PowerPoint</Application>
  <PresentationFormat>Widescreen</PresentationFormat>
  <Paragraphs>123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Nageshwari Auti</cp:lastModifiedBy>
  <cp:revision>5</cp:revision>
  <dcterms:created xsi:type="dcterms:W3CDTF">2026-08-26T13:12:00Z</dcterms:created>
  <dcterms:modified xsi:type="dcterms:W3CDTF">2026-09-25T23:19:30Z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CF77AB047BFB449EBC30C6B6F482BB31_13</vt:lpwstr>
  </property>
</Properties>
</file>